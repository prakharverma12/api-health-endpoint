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47548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1: API Monitoring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break.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5176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3101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reduced using WebSockets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3200400"/>
            <a:ext cx="265176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33101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93008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load time at CollegeTips.in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3200400"/>
            <a:ext cx="265176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33101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91656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retry logic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4846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Bharati &amp; Prakhar Verma  ·  IIT Kharagpur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1: API Monitoring &amp;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1892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checks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304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streams — same approach as my Crypto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0328" y="1892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alerts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2304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with backoff — already shipped in Crypto Weather Nexus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access logs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PostgreSQL-backed logging with anomaly flagging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0040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10328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0328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control plane — approve, audit, deprecate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built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 Twice.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Matching Engine  +  Crypto Weather Nexus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46320" y="274320"/>
            <a:ext cx="27432" cy="457200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91640" y="2761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cut with WebSockets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91640" y="3538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load at CollegeTips.in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4315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integrated with retry logic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502920"/>
            <a:ext cx="36576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5394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Matching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868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matched in &lt;5ms, zero race conditions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1508760"/>
            <a:ext cx="36576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545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Weather Nexus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APIs, 60% latency drop, zero polling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2514600"/>
            <a:ext cx="36576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551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CollegeTips.in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880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AI chatbot, 30% faster load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3520440"/>
            <a:ext cx="36576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557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Internship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886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GitHub CI — shipped to production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 ·  Vishal Kumar Bharati &amp; Prakhar Verma  ·  IIT Kharagpur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PS1_Vishal_Kumar_Bharati</dc:title>
  <dc:subject>PptxGenJS Presentation</dc:subject>
  <dc:creator>PptxGenJS</dc:creator>
  <cp:lastModifiedBy>PptxGenJS</cp:lastModifiedBy>
  <cp:revision>1</cp:revision>
  <dcterms:created xsi:type="dcterms:W3CDTF">2026-05-20T00:53:53Z</dcterms:created>
  <dcterms:modified xsi:type="dcterms:W3CDTF">2026-05-20T00:53:53Z</dcterms:modified>
</cp:coreProperties>
</file>